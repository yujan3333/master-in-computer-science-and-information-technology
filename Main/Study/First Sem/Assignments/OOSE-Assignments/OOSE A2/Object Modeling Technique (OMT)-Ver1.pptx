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jan Basnet" userId="495fd8277ebfbaef" providerId="LiveId" clId="{6F647EF3-36DC-4B6A-8DCB-316DBDDD5A3C}"/>
    <pc:docChg chg="undo custSel addSld delSld modSld sldOrd modMainMaster">
      <pc:chgData name="Yujan Basnet" userId="495fd8277ebfbaef" providerId="LiveId" clId="{6F647EF3-36DC-4B6A-8DCB-316DBDDD5A3C}" dt="2025-04-30T01:44:08.645" v="76"/>
      <pc:docMkLst>
        <pc:docMk/>
      </pc:docMkLst>
      <pc:sldChg chg="del">
        <pc:chgData name="Yujan Basnet" userId="495fd8277ebfbaef" providerId="LiveId" clId="{6F647EF3-36DC-4B6A-8DCB-316DBDDD5A3C}" dt="2025-04-30T01:00:08.980" v="64" actId="47"/>
        <pc:sldMkLst>
          <pc:docMk/>
          <pc:sldMk cId="0" sldId="257"/>
        </pc:sldMkLst>
      </pc:sldChg>
      <pc:sldChg chg="modSp mod">
        <pc:chgData name="Yujan Basnet" userId="495fd8277ebfbaef" providerId="LiveId" clId="{6F647EF3-36DC-4B6A-8DCB-316DBDDD5A3C}" dt="2025-04-30T01:00:39.791" v="65" actId="207"/>
        <pc:sldMkLst>
          <pc:docMk/>
          <pc:sldMk cId="0" sldId="258"/>
        </pc:sldMkLst>
        <pc:spChg chg="mod">
          <ac:chgData name="Yujan Basnet" userId="495fd8277ebfbaef" providerId="LiveId" clId="{6F647EF3-36DC-4B6A-8DCB-316DBDDD5A3C}" dt="2025-04-30T01:00:39.791" v="65" actId="207"/>
          <ac:spMkLst>
            <pc:docMk/>
            <pc:sldMk cId="0" sldId="258"/>
            <ac:spMk id="3" creationId="{10733121-0C71-5015-613B-B46A10EB6436}"/>
          </ac:spMkLst>
        </pc:spChg>
      </pc:sldChg>
      <pc:sldChg chg="modSp mod">
        <pc:chgData name="Yujan Basnet" userId="495fd8277ebfbaef" providerId="LiveId" clId="{6F647EF3-36DC-4B6A-8DCB-316DBDDD5A3C}" dt="2025-04-30T01:44:08.645" v="76"/>
        <pc:sldMkLst>
          <pc:docMk/>
          <pc:sldMk cId="0" sldId="261"/>
        </pc:sldMkLst>
        <pc:spChg chg="mod">
          <ac:chgData name="Yujan Basnet" userId="495fd8277ebfbaef" providerId="LiveId" clId="{6F647EF3-36DC-4B6A-8DCB-316DBDDD5A3C}" dt="2025-04-30T01:44:08.645" v="7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Yujan Basnet" userId="495fd8277ebfbaef" providerId="LiveId" clId="{6F647EF3-36DC-4B6A-8DCB-316DBDDD5A3C}" dt="2025-04-30T01:30:35.669" v="69" actId="115"/>
        <pc:sldMkLst>
          <pc:docMk/>
          <pc:sldMk cId="0" sldId="265"/>
        </pc:sldMkLst>
        <pc:spChg chg="mod">
          <ac:chgData name="Yujan Basnet" userId="495fd8277ebfbaef" providerId="LiveId" clId="{6F647EF3-36DC-4B6A-8DCB-316DBDDD5A3C}" dt="2025-04-30T01:30:35.669" v="69" actId="115"/>
          <ac:spMkLst>
            <pc:docMk/>
            <pc:sldMk cId="0" sldId="265"/>
            <ac:spMk id="4" creationId="{00000000-0000-0000-0000-000000000000}"/>
          </ac:spMkLst>
        </pc:spChg>
      </pc:sldChg>
      <pc:sldChg chg="ord">
        <pc:chgData name="Yujan Basnet" userId="495fd8277ebfbaef" providerId="LiveId" clId="{6F647EF3-36DC-4B6A-8DCB-316DBDDD5A3C}" dt="2025-04-30T01:31:49.266" v="71"/>
        <pc:sldMkLst>
          <pc:docMk/>
          <pc:sldMk cId="0" sldId="266"/>
        </pc:sldMkLst>
      </pc:sldChg>
      <pc:sldChg chg="addSp delSp modSp new mod">
        <pc:chgData name="Yujan Basnet" userId="495fd8277ebfbaef" providerId="LiveId" clId="{6F647EF3-36DC-4B6A-8DCB-316DBDDD5A3C}" dt="2025-04-30T00:59:56.628" v="63" actId="122"/>
        <pc:sldMkLst>
          <pc:docMk/>
          <pc:sldMk cId="456994668" sldId="267"/>
        </pc:sldMkLst>
        <pc:spChg chg="mod">
          <ac:chgData name="Yujan Basnet" userId="495fd8277ebfbaef" providerId="LiveId" clId="{6F647EF3-36DC-4B6A-8DCB-316DBDDD5A3C}" dt="2025-04-30T00:59:45.058" v="60" actId="1036"/>
          <ac:spMkLst>
            <pc:docMk/>
            <pc:sldMk cId="456994668" sldId="267"/>
            <ac:spMk id="2" creationId="{B6873BDA-3B7A-330D-5724-6216B27D81D9}"/>
          </ac:spMkLst>
        </pc:spChg>
        <pc:spChg chg="mod">
          <ac:chgData name="Yujan Basnet" userId="495fd8277ebfbaef" providerId="LiveId" clId="{6F647EF3-36DC-4B6A-8DCB-316DBDDD5A3C}" dt="2025-04-30T00:59:41.566" v="51" actId="1035"/>
          <ac:spMkLst>
            <pc:docMk/>
            <pc:sldMk cId="456994668" sldId="267"/>
            <ac:spMk id="3" creationId="{778871C7-5CEC-13A9-3BF6-22E929ADDE57}"/>
          </ac:spMkLst>
        </pc:spChg>
        <pc:spChg chg="add del mod">
          <ac:chgData name="Yujan Basnet" userId="495fd8277ebfbaef" providerId="LiveId" clId="{6F647EF3-36DC-4B6A-8DCB-316DBDDD5A3C}" dt="2025-04-30T00:58:17.851" v="23"/>
          <ac:spMkLst>
            <pc:docMk/>
            <pc:sldMk cId="456994668" sldId="267"/>
            <ac:spMk id="4" creationId="{AC140AD8-B909-858D-7569-52E43FCC33F8}"/>
          </ac:spMkLst>
        </pc:spChg>
        <pc:spChg chg="add mod">
          <ac:chgData name="Yujan Basnet" userId="495fd8277ebfbaef" providerId="LiveId" clId="{6F647EF3-36DC-4B6A-8DCB-316DBDDD5A3C}" dt="2025-04-30T00:59:56.628" v="63" actId="122"/>
          <ac:spMkLst>
            <pc:docMk/>
            <pc:sldMk cId="456994668" sldId="267"/>
            <ac:spMk id="5" creationId="{21E58A44-7C86-8F2E-A382-77250F0165E1}"/>
          </ac:spMkLst>
        </pc:spChg>
      </pc:sldChg>
      <pc:sldMasterChg chg="modSldLayout">
        <pc:chgData name="Yujan Basnet" userId="495fd8277ebfbaef" providerId="LiveId" clId="{6F647EF3-36DC-4B6A-8DCB-316DBDDD5A3C}" dt="2025-04-30T01:01:53.769" v="68" actId="207"/>
        <pc:sldMasterMkLst>
          <pc:docMk/>
          <pc:sldMasterMk cId="0" sldId="2147483648"/>
        </pc:sldMasterMkLst>
        <pc:sldLayoutChg chg="modSp">
          <pc:chgData name="Yujan Basnet" userId="495fd8277ebfbaef" providerId="LiveId" clId="{6F647EF3-36DC-4B6A-8DCB-316DBDDD5A3C}" dt="2025-04-30T01:01:53.769" v="68" actId="207"/>
          <pc:sldLayoutMkLst>
            <pc:docMk/>
            <pc:sldMasterMk cId="0" sldId="2147483648"/>
            <pc:sldLayoutMk cId="0" sldId="2147483650"/>
          </pc:sldLayoutMkLst>
          <pc:spChg chg="mod">
            <ac:chgData name="Yujan Basnet" userId="495fd8277ebfbaef" providerId="LiveId" clId="{6F647EF3-36DC-4B6A-8DCB-316DBDDD5A3C}" dt="2025-04-30T01:01:53.769" v="68" actId="207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mod">
            <ac:chgData name="Yujan Basnet" userId="495fd8277ebfbaef" providerId="LiveId" clId="{6F647EF3-36DC-4B6A-8DCB-316DBDDD5A3C}" dt="2025-04-30T01:01:41.125" v="67" actId="113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7DC0A-3706-46A6-A538-2A6A9062A703}" type="datetimeFigureOut">
              <a:rPr lang="en-US" smtClean="0"/>
              <a:pPr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4DFBA-1D57-43CB-84C4-DAAE37AEF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907D-40CB-4A5B-8B4A-0371FF3912E8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2A9228-473C-4370-B5DE-4791A30AE87E}" type="datetime1">
              <a:rPr lang="en-US" smtClean="0"/>
              <a:pPr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733DCCAF-AA75-427F-BB25-0CF2F1DF7BA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76279-95B5-4DD5-82C4-EF53026E8922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F431B-53E0-4426-8257-A4269176F507}" type="datetime1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204A6-2FCD-4466-B432-065276C5F864}" type="datetime1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67373-1F25-43C2-99C8-968688A6A18E}" type="datetime1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450A8-301B-4B84-A4A4-8CDD4456EBC6}" type="datetime1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9298-ACE4-4FBA-AA0A-2EFFA4EC570D}" type="datetime1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4407-15D9-405D-99A6-E4CB3B900A7E}" type="datetime1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14DDE-E5BC-4B9C-AED6-CD75974E9609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A7CF4-4F3F-4092-9049-45F7BCBE98D3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F41CC-BB49-4641-8D7F-0615E770B1DE}" type="datetime1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DCCAF-AA75-427F-BB25-0CF2F1DF7BA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3BDA-3B7A-330D-5724-6216B27D8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4989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Object Modeling Technique (OMT)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871C7-5CEC-13A9-3BF6-22E929ADD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13247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A Structured Approach to Object-Oriented Modeling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E58A44-7C86-8F2E-A382-77250F0165E1}"/>
              </a:ext>
            </a:extLst>
          </p:cNvPr>
          <p:cNvSpPr txBox="1"/>
          <p:nvPr/>
        </p:nvSpPr>
        <p:spPr>
          <a:xfrm>
            <a:off x="3428097" y="4509120"/>
            <a:ext cx="22878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ctr"/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Aadrsh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Kumar Gupta </a:t>
            </a:r>
          </a:p>
          <a:p>
            <a:pPr algn="ctr"/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Manjuli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Sharma</a:t>
            </a:r>
          </a:p>
          <a:p>
            <a:pPr algn="ctr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Yujan Basnet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B7DBB77-7793-3F14-0530-12770F20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3EB28-38EC-4F0F-8591-6C889BF9814F}" type="datetime1">
              <a:rPr lang="en-US" smtClean="0"/>
              <a:t>4/30/2025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A0DCB-14C2-FF34-D8C0-42E75B13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94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23528" y="692696"/>
            <a:ext cx="8424936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OMT is an object-oriented modeling methodology developed                 by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James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Rumbaugh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in the 1990s.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It provides a structured way to model software systems using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objects, classes, and relationships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Used in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software design, analysis, and implementation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Forms the basis for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Unified Modeling Language (UML)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8B49D-CF65-0675-CCD4-D2259303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09DA-4112-4E5E-BA5B-C58B057B7F33}" type="datetime1">
              <a:rPr lang="en-US" smtClean="0"/>
              <a:t>4/30/2025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733121-0C71-5015-613B-B46A10EB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512" y="332656"/>
            <a:ext cx="8784976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 algn="ctr">
              <a:lnSpc>
                <a:spcPct val="150000"/>
              </a:lnSpc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Object Modeling Technique (OMT)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is a software engineering approach that uses: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Object models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(static structure)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Dynamic models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(behavior over time)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Functional models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(data transformations)</a:t>
            </a:r>
            <a:br>
              <a:rPr lang="en-US" sz="240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design and analyze systems in an object-oriented manner.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5748E-2D73-4250-CDFB-A4A65A284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7F676-3672-4466-8B30-8B6784ACB357}" type="datetime1">
              <a:rPr lang="en-US" smtClean="0"/>
              <a:t>4/30/2025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CAE2D-F102-FD3A-9F9A-4E9FC8F6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7544" y="404664"/>
            <a:ext cx="842493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Why Use OMT?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Improves software design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by breaking down complex systems.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Enhances reusability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through object-oriented principles.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Provides clear documentation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for better understanding.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Supports large-scale system modeling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Reduces development time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by identifying issues early.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B28FC0-D131-BB34-F3A7-5EFCC209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707CC-8B60-47B9-9DBA-D4AFE0D4B51E}" type="datetime1">
              <a:rPr lang="en-US" smtClean="0"/>
              <a:t>4/30/2025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03BBC0-921B-A9C5-DE11-8F7705A7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836712"/>
            <a:ext cx="8424936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itchFamily="18" charset="0"/>
              </a:rPr>
              <a:t>Key Aspects of OMT</a:t>
            </a:r>
            <a:endParaRPr lang="en-US" sz="1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Object Model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– Represents static structure (classes, objects, relationships).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Dynamic Model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– Describes system behavior over time (state transitions).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Functional Model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 – Defines data flow and transformations (DFD, functions).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C5FDDF-147B-1866-A124-957D534E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B85BA-F52D-4346-8207-888D4175F0F9}" type="datetime1">
              <a:rPr lang="en-US" smtClean="0"/>
              <a:t>4/30/2025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098EB3-3820-D5DE-C97A-8C59EF89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260648"/>
            <a:ext cx="842493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Benefits of OMT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✔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Modularity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Breaks system into manageable objects.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✔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Reusability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Objects can be reused across projects.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✔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Scalability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Supports large and complex systems.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✔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Clarity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Visual models improve understanding.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✔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Maintainability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Easier to update and modify.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06AED-672C-EFE2-CB14-381B77429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3B1D-AD9C-4D76-8681-FE88B71DACE9}" type="datetime1">
              <a:rPr lang="en-US" smtClean="0"/>
              <a:t>4/30/2025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49745F-F3AE-68F0-9C9B-2A861AD4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3528" y="476672"/>
            <a:ext cx="842493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OMT Design Steps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Requirement Analysis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Gather system requirements.</a:t>
            </a:r>
          </a:p>
          <a:p>
            <a:pPr>
              <a:buFont typeface="Wingdings" pitchFamily="2" charset="2"/>
              <a:buChar char="ü"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 Modeling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Define classes, objects, and relationships.</a:t>
            </a:r>
          </a:p>
          <a:p>
            <a:pPr>
              <a:buFont typeface="Wingdings" pitchFamily="2" charset="2"/>
              <a:buChar char="ü"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Dynamic Modeling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Model system behavior (state diagrams).</a:t>
            </a:r>
          </a:p>
          <a:p>
            <a:pPr>
              <a:buFont typeface="Wingdings" pitchFamily="2" charset="2"/>
              <a:buChar char="ü"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Functional Modeling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Define data flow (processes, inputs, outputs).</a:t>
            </a:r>
          </a:p>
          <a:p>
            <a:pPr>
              <a:buFont typeface="Wingdings" pitchFamily="2" charset="2"/>
              <a:buChar char="ü"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Implementation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– Convert models into code.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D4D1A9-EADE-02EA-7E19-3A6B8960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1AB52-6F05-4407-B063-D13F491DA377}" type="datetime1">
              <a:rPr lang="en-US" smtClean="0"/>
              <a:t>4/30/2025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9F10E7-3FE2-63EF-FF67-CEAD70363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3568" y="836712"/>
            <a:ext cx="777686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Example – Library Management System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Object Model: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Classes: Book, Member, Loan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Relationships: Member borrows Book, Loan records transaction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Dynamic Model: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States: Available, Borrowed, Overdue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Transitions: Check-out, Return, Renew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Functional Model: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Processes: Issue Book, Return Book, Calculate Fine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BF514E-A358-D134-E48C-75E54E18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1E16D-08E0-4D5D-9CC4-921E5648C725}" type="datetime1">
              <a:rPr lang="en-US" smtClean="0"/>
              <a:t>4/30/2025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CAD8F0-A252-615F-065E-E2D68D24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5576" y="476672"/>
            <a:ext cx="7632848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OMT is a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powerful object-oriented modeling technique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Helps in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structured system design and analysis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Used in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real-world applications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 like banking, healthcare, and enterprise software.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Forms the foundation for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modern UML diagrams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9B3F54-8285-6E36-3303-374453BC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A1E23-B745-4A60-94E7-29145F419C14}" type="datetime1">
              <a:rPr lang="en-US" smtClean="0"/>
              <a:t>4/30/2025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C05CE1-6A73-C28B-D58F-2B8C118F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77281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dirty="0"/>
              <a:t>Thank You!</a:t>
            </a:r>
          </a:p>
          <a:p>
            <a:pPr algn="ctr"/>
            <a:br>
              <a:rPr lang="en-US" sz="4800" dirty="0"/>
            </a:br>
            <a:r>
              <a:rPr lang="en-US" sz="4800" b="1" dirty="0"/>
              <a:t>Any Questions?</a:t>
            </a:r>
            <a:endParaRPr lang="en-US" sz="48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B11C2-6468-B0A7-841A-29AFD39F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AB73D-D20D-4C18-B8F2-82BF3BD858DA}" type="datetime1">
              <a:rPr lang="en-US" smtClean="0"/>
              <a:t>4/30/2025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843CBD-8D53-E819-AF5F-08D14F635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DCCAF-AA75-427F-BB25-0CF2F1DF7BA0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428</Words>
  <Application>Microsoft Office PowerPoint</Application>
  <PresentationFormat>On-screen Show (4:3)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Office Theme</vt:lpstr>
      <vt:lpstr>Object Modeling Technique (OMT)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 Plus</dc:creator>
  <cp:lastModifiedBy>Yujan Basnet</cp:lastModifiedBy>
  <cp:revision>3</cp:revision>
  <dcterms:created xsi:type="dcterms:W3CDTF">2025-04-28T17:17:40Z</dcterms:created>
  <dcterms:modified xsi:type="dcterms:W3CDTF">2025-04-30T01:45:17Z</dcterms:modified>
</cp:coreProperties>
</file>