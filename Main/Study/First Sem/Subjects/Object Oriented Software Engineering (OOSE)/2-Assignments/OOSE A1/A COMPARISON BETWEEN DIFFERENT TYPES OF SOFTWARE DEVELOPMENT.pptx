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1031" autoAdjust="0"/>
  </p:normalViewPr>
  <p:slideViewPr>
    <p:cSldViewPr snapToGrid="0">
      <p:cViewPr varScale="1">
        <p:scale>
          <a:sx n="59" d="100"/>
          <a:sy n="59" d="100"/>
        </p:scale>
        <p:origin x="11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05AA5969-2354-4B0B-A336-39411F91CC42}"/>
    <pc:docChg chg="undo custSel addSld modSld">
      <pc:chgData name="Yujan Basnet" userId="495fd8277ebfbaef" providerId="LiveId" clId="{05AA5969-2354-4B0B-A336-39411F91CC42}" dt="2025-03-09T03:10:11.902" v="1517" actId="20577"/>
      <pc:docMkLst>
        <pc:docMk/>
      </pc:docMkLst>
      <pc:sldChg chg="modSp mod">
        <pc:chgData name="Yujan Basnet" userId="495fd8277ebfbaef" providerId="LiveId" clId="{05AA5969-2354-4B0B-A336-39411F91CC42}" dt="2025-03-09T02:37:10.483" v="203" actId="1076"/>
        <pc:sldMkLst>
          <pc:docMk/>
          <pc:sldMk cId="245320131" sldId="256"/>
        </pc:sldMkLst>
        <pc:spChg chg="mod">
          <ac:chgData name="Yujan Basnet" userId="495fd8277ebfbaef" providerId="LiveId" clId="{05AA5969-2354-4B0B-A336-39411F91CC42}" dt="2025-03-09T02:37:06.485" v="202" actId="14100"/>
          <ac:spMkLst>
            <pc:docMk/>
            <pc:sldMk cId="245320131" sldId="256"/>
            <ac:spMk id="2" creationId="{59355BEC-80B9-1FEA-A7FF-28197ABDE48E}"/>
          </ac:spMkLst>
        </pc:spChg>
        <pc:spChg chg="mod">
          <ac:chgData name="Yujan Basnet" userId="495fd8277ebfbaef" providerId="LiveId" clId="{05AA5969-2354-4B0B-A336-39411F91CC42}" dt="2025-03-09T02:37:10.483" v="203" actId="1076"/>
          <ac:spMkLst>
            <pc:docMk/>
            <pc:sldMk cId="245320131" sldId="256"/>
            <ac:spMk id="3" creationId="{8110EEF6-854F-8A56-E570-98F61E2E4F90}"/>
          </ac:spMkLst>
        </pc:spChg>
      </pc:sldChg>
      <pc:sldChg chg="addSp delSp modSp new mod modNotesTx">
        <pc:chgData name="Yujan Basnet" userId="495fd8277ebfbaef" providerId="LiveId" clId="{05AA5969-2354-4B0B-A336-39411F91CC42}" dt="2025-03-09T02:48:50.775" v="509" actId="20577"/>
        <pc:sldMkLst>
          <pc:docMk/>
          <pc:sldMk cId="2511014202" sldId="257"/>
        </pc:sldMkLst>
        <pc:spChg chg="mod">
          <ac:chgData name="Yujan Basnet" userId="495fd8277ebfbaef" providerId="LiveId" clId="{05AA5969-2354-4B0B-A336-39411F91CC42}" dt="2025-03-09T02:48:04.689" v="411" actId="20577"/>
          <ac:spMkLst>
            <pc:docMk/>
            <pc:sldMk cId="2511014202" sldId="257"/>
            <ac:spMk id="2" creationId="{269B6523-F1FC-3047-7964-368A6B1C0B7C}"/>
          </ac:spMkLst>
        </pc:spChg>
        <pc:spChg chg="mod">
          <ac:chgData name="Yujan Basnet" userId="495fd8277ebfbaef" providerId="LiveId" clId="{05AA5969-2354-4B0B-A336-39411F91CC42}" dt="2025-03-09T02:48:50.775" v="509" actId="20577"/>
          <ac:spMkLst>
            <pc:docMk/>
            <pc:sldMk cId="2511014202" sldId="257"/>
            <ac:spMk id="3" creationId="{81CBDE4F-28E7-2B76-881A-BA280CFC78A8}"/>
          </ac:spMkLst>
        </pc:spChg>
        <pc:spChg chg="add del mod">
          <ac:chgData name="Yujan Basnet" userId="495fd8277ebfbaef" providerId="LiveId" clId="{05AA5969-2354-4B0B-A336-39411F91CC42}" dt="2025-03-09T02:46:35.832" v="364"/>
          <ac:spMkLst>
            <pc:docMk/>
            <pc:sldMk cId="2511014202" sldId="257"/>
            <ac:spMk id="4" creationId="{41C82524-15D7-702D-BDEC-F9192E7FC245}"/>
          </ac:spMkLst>
        </pc:spChg>
      </pc:sldChg>
      <pc:sldChg chg="modSp new mod">
        <pc:chgData name="Yujan Basnet" userId="495fd8277ebfbaef" providerId="LiveId" clId="{05AA5969-2354-4B0B-A336-39411F91CC42}" dt="2025-03-09T02:39:57.568" v="231"/>
        <pc:sldMkLst>
          <pc:docMk/>
          <pc:sldMk cId="1483501594" sldId="258"/>
        </pc:sldMkLst>
        <pc:spChg chg="mod">
          <ac:chgData name="Yujan Basnet" userId="495fd8277ebfbaef" providerId="LiveId" clId="{05AA5969-2354-4B0B-A336-39411F91CC42}" dt="2025-03-09T02:38:50.590" v="228" actId="20577"/>
          <ac:spMkLst>
            <pc:docMk/>
            <pc:sldMk cId="1483501594" sldId="258"/>
            <ac:spMk id="2" creationId="{A65351F3-2A4F-DA10-6559-8C25A20977BC}"/>
          </ac:spMkLst>
        </pc:spChg>
        <pc:spChg chg="mod">
          <ac:chgData name="Yujan Basnet" userId="495fd8277ebfbaef" providerId="LiveId" clId="{05AA5969-2354-4B0B-A336-39411F91CC42}" dt="2025-03-09T02:39:57.568" v="231"/>
          <ac:spMkLst>
            <pc:docMk/>
            <pc:sldMk cId="1483501594" sldId="258"/>
            <ac:spMk id="3" creationId="{A0DB888C-CFBA-EB14-2185-77BB1C1FA448}"/>
          </ac:spMkLst>
        </pc:spChg>
      </pc:sldChg>
      <pc:sldChg chg="modSp new mod">
        <pc:chgData name="Yujan Basnet" userId="495fd8277ebfbaef" providerId="LiveId" clId="{05AA5969-2354-4B0B-A336-39411F91CC42}" dt="2025-03-09T02:47:52.598" v="398" actId="14100"/>
        <pc:sldMkLst>
          <pc:docMk/>
          <pc:sldMk cId="833558036" sldId="259"/>
        </pc:sldMkLst>
        <pc:spChg chg="mod">
          <ac:chgData name="Yujan Basnet" userId="495fd8277ebfbaef" providerId="LiveId" clId="{05AA5969-2354-4B0B-A336-39411F91CC42}" dt="2025-03-09T02:47:37.201" v="393" actId="20577"/>
          <ac:spMkLst>
            <pc:docMk/>
            <pc:sldMk cId="833558036" sldId="259"/>
            <ac:spMk id="2" creationId="{016C74F6-8898-9CDB-A4E5-CA97E11D3167}"/>
          </ac:spMkLst>
        </pc:spChg>
        <pc:spChg chg="mod">
          <ac:chgData name="Yujan Basnet" userId="495fd8277ebfbaef" providerId="LiveId" clId="{05AA5969-2354-4B0B-A336-39411F91CC42}" dt="2025-03-09T02:47:52.598" v="398" actId="14100"/>
          <ac:spMkLst>
            <pc:docMk/>
            <pc:sldMk cId="833558036" sldId="259"/>
            <ac:spMk id="3" creationId="{B4FDEE37-D498-967D-6FC4-788D61B6F3BF}"/>
          </ac:spMkLst>
        </pc:spChg>
      </pc:sldChg>
      <pc:sldChg chg="addSp modSp new mod">
        <pc:chgData name="Yujan Basnet" userId="495fd8277ebfbaef" providerId="LiveId" clId="{05AA5969-2354-4B0B-A336-39411F91CC42}" dt="2025-03-09T02:53:01.235" v="708" actId="1037"/>
        <pc:sldMkLst>
          <pc:docMk/>
          <pc:sldMk cId="2062973932" sldId="260"/>
        </pc:sldMkLst>
        <pc:spChg chg="mod">
          <ac:chgData name="Yujan Basnet" userId="495fd8277ebfbaef" providerId="LiveId" clId="{05AA5969-2354-4B0B-A336-39411F91CC42}" dt="2025-03-09T02:49:20.234" v="527" actId="20577"/>
          <ac:spMkLst>
            <pc:docMk/>
            <pc:sldMk cId="2062973932" sldId="260"/>
            <ac:spMk id="2" creationId="{66A8A42E-72EE-4E86-C544-3504AA058140}"/>
          </ac:spMkLst>
        </pc:spChg>
        <pc:spChg chg="mod">
          <ac:chgData name="Yujan Basnet" userId="495fd8277ebfbaef" providerId="LiveId" clId="{05AA5969-2354-4B0B-A336-39411F91CC42}" dt="2025-03-09T02:52:20.197" v="687" actId="14100"/>
          <ac:spMkLst>
            <pc:docMk/>
            <pc:sldMk cId="2062973932" sldId="260"/>
            <ac:spMk id="3" creationId="{38EAA7BC-DBB6-354E-53AE-D1DA35A1477B}"/>
          </ac:spMkLst>
        </pc:spChg>
        <pc:picChg chg="add mod">
          <ac:chgData name="Yujan Basnet" userId="495fd8277ebfbaef" providerId="LiveId" clId="{05AA5969-2354-4B0B-A336-39411F91CC42}" dt="2025-03-09T02:53:01.235" v="708" actId="1037"/>
          <ac:picMkLst>
            <pc:docMk/>
            <pc:sldMk cId="2062973932" sldId="260"/>
            <ac:picMk id="1026" creationId="{10283CF4-8B87-5AD9-BF9B-2967989957A8}"/>
          </ac:picMkLst>
        </pc:picChg>
      </pc:sldChg>
      <pc:sldChg chg="addSp modSp new mod">
        <pc:chgData name="Yujan Basnet" userId="495fd8277ebfbaef" providerId="LiveId" clId="{05AA5969-2354-4B0B-A336-39411F91CC42}" dt="2025-03-09T02:57:35.754" v="1073" actId="14100"/>
        <pc:sldMkLst>
          <pc:docMk/>
          <pc:sldMk cId="4119104575" sldId="261"/>
        </pc:sldMkLst>
        <pc:spChg chg="mod">
          <ac:chgData name="Yujan Basnet" userId="495fd8277ebfbaef" providerId="LiveId" clId="{05AA5969-2354-4B0B-A336-39411F91CC42}" dt="2025-03-09T02:53:20.297" v="710"/>
          <ac:spMkLst>
            <pc:docMk/>
            <pc:sldMk cId="4119104575" sldId="261"/>
            <ac:spMk id="2" creationId="{020A240E-03E1-23EA-DDA7-F236C5201710}"/>
          </ac:spMkLst>
        </pc:spChg>
        <pc:spChg chg="mod">
          <ac:chgData name="Yujan Basnet" userId="495fd8277ebfbaef" providerId="LiveId" clId="{05AA5969-2354-4B0B-A336-39411F91CC42}" dt="2025-03-09T02:57:35.754" v="1073" actId="14100"/>
          <ac:spMkLst>
            <pc:docMk/>
            <pc:sldMk cId="4119104575" sldId="261"/>
            <ac:spMk id="3" creationId="{ACC2BD61-AD2F-DC40-DC0B-EED677500DDE}"/>
          </ac:spMkLst>
        </pc:spChg>
        <pc:picChg chg="add mod">
          <ac:chgData name="Yujan Basnet" userId="495fd8277ebfbaef" providerId="LiveId" clId="{05AA5969-2354-4B0B-A336-39411F91CC42}" dt="2025-03-09T02:57:29.223" v="1072" actId="1076"/>
          <ac:picMkLst>
            <pc:docMk/>
            <pc:sldMk cId="4119104575" sldId="261"/>
            <ac:picMk id="5" creationId="{8BF834D1-79B4-B266-588E-AA0592AA5B09}"/>
          </ac:picMkLst>
        </pc:picChg>
      </pc:sldChg>
      <pc:sldChg chg="addSp modSp new mod modNotesTx">
        <pc:chgData name="Yujan Basnet" userId="495fd8277ebfbaef" providerId="LiveId" clId="{05AA5969-2354-4B0B-A336-39411F91CC42}" dt="2025-03-09T03:00:27.312" v="1299" actId="1076"/>
        <pc:sldMkLst>
          <pc:docMk/>
          <pc:sldMk cId="1491229266" sldId="262"/>
        </pc:sldMkLst>
        <pc:spChg chg="mod">
          <ac:chgData name="Yujan Basnet" userId="495fd8277ebfbaef" providerId="LiveId" clId="{05AA5969-2354-4B0B-A336-39411F91CC42}" dt="2025-03-09T02:57:51.684" v="1075"/>
          <ac:spMkLst>
            <pc:docMk/>
            <pc:sldMk cId="1491229266" sldId="262"/>
            <ac:spMk id="2" creationId="{E2804939-32E6-86CF-3710-EF3EA0BFBE2C}"/>
          </ac:spMkLst>
        </pc:spChg>
        <pc:spChg chg="mod">
          <ac:chgData name="Yujan Basnet" userId="495fd8277ebfbaef" providerId="LiveId" clId="{05AA5969-2354-4B0B-A336-39411F91CC42}" dt="2025-03-09T02:59:49.122" v="1294" actId="403"/>
          <ac:spMkLst>
            <pc:docMk/>
            <pc:sldMk cId="1491229266" sldId="262"/>
            <ac:spMk id="3" creationId="{8FF02CC4-0015-883C-46B8-4843583F7E56}"/>
          </ac:spMkLst>
        </pc:spChg>
        <pc:picChg chg="add mod">
          <ac:chgData name="Yujan Basnet" userId="495fd8277ebfbaef" providerId="LiveId" clId="{05AA5969-2354-4B0B-A336-39411F91CC42}" dt="2025-03-09T03:00:27.312" v="1299" actId="1076"/>
          <ac:picMkLst>
            <pc:docMk/>
            <pc:sldMk cId="1491229266" sldId="262"/>
            <ac:picMk id="2050" creationId="{73400906-D66C-97ED-D391-CE06603DA865}"/>
          </ac:picMkLst>
        </pc:picChg>
      </pc:sldChg>
      <pc:sldChg chg="addSp modSp new mod">
        <pc:chgData name="Yujan Basnet" userId="495fd8277ebfbaef" providerId="LiveId" clId="{05AA5969-2354-4B0B-A336-39411F91CC42}" dt="2025-03-09T03:05:22.223" v="1427" actId="14100"/>
        <pc:sldMkLst>
          <pc:docMk/>
          <pc:sldMk cId="4099294396" sldId="263"/>
        </pc:sldMkLst>
        <pc:spChg chg="mod">
          <ac:chgData name="Yujan Basnet" userId="495fd8277ebfbaef" providerId="LiveId" clId="{05AA5969-2354-4B0B-A336-39411F91CC42}" dt="2025-03-09T03:00:58.207" v="1301"/>
          <ac:spMkLst>
            <pc:docMk/>
            <pc:sldMk cId="4099294396" sldId="263"/>
            <ac:spMk id="2" creationId="{B2DE3D66-A655-D364-A569-625EF1D5E6D3}"/>
          </ac:spMkLst>
        </pc:spChg>
        <pc:spChg chg="mod">
          <ac:chgData name="Yujan Basnet" userId="495fd8277ebfbaef" providerId="LiveId" clId="{05AA5969-2354-4B0B-A336-39411F91CC42}" dt="2025-03-09T03:04:41.782" v="1415" actId="1035"/>
          <ac:spMkLst>
            <pc:docMk/>
            <pc:sldMk cId="4099294396" sldId="263"/>
            <ac:spMk id="3" creationId="{3482281C-2767-4426-48B5-41B6A2B2BEB7}"/>
          </ac:spMkLst>
        </pc:spChg>
        <pc:spChg chg="add">
          <ac:chgData name="Yujan Basnet" userId="495fd8277ebfbaef" providerId="LiveId" clId="{05AA5969-2354-4B0B-A336-39411F91CC42}" dt="2025-03-09T03:02:56.272" v="1374"/>
          <ac:spMkLst>
            <pc:docMk/>
            <pc:sldMk cId="4099294396" sldId="263"/>
            <ac:spMk id="4" creationId="{22AF0FCF-D1C6-04FD-15F0-3D03DE3FE2B5}"/>
          </ac:spMkLst>
        </pc:spChg>
        <pc:spChg chg="add mod">
          <ac:chgData name="Yujan Basnet" userId="495fd8277ebfbaef" providerId="LiveId" clId="{05AA5969-2354-4B0B-A336-39411F91CC42}" dt="2025-03-09T03:03:07.463" v="1377" actId="14100"/>
          <ac:spMkLst>
            <pc:docMk/>
            <pc:sldMk cId="4099294396" sldId="263"/>
            <ac:spMk id="5" creationId="{935331DE-987D-1D3D-5F8F-293D10E31598}"/>
          </ac:spMkLst>
        </pc:spChg>
        <pc:spChg chg="add mod">
          <ac:chgData name="Yujan Basnet" userId="495fd8277ebfbaef" providerId="LiveId" clId="{05AA5969-2354-4B0B-A336-39411F91CC42}" dt="2025-03-09T03:03:07.463" v="1377" actId="14100"/>
          <ac:spMkLst>
            <pc:docMk/>
            <pc:sldMk cId="4099294396" sldId="263"/>
            <ac:spMk id="6" creationId="{FA1DA438-4749-4C69-E4F6-2747A7E8B3F0}"/>
          </ac:spMkLst>
        </pc:spChg>
        <pc:picChg chg="add mod">
          <ac:chgData name="Yujan Basnet" userId="495fd8277ebfbaef" providerId="LiveId" clId="{05AA5969-2354-4B0B-A336-39411F91CC42}" dt="2025-03-09T03:05:22.223" v="1427" actId="14100"/>
          <ac:picMkLst>
            <pc:docMk/>
            <pc:sldMk cId="4099294396" sldId="263"/>
            <ac:picMk id="3080" creationId="{2AC125E5-0AEF-8D0C-5A2E-E199FE531DD3}"/>
          </ac:picMkLst>
        </pc:picChg>
      </pc:sldChg>
      <pc:sldChg chg="addSp delSp modSp new mod modClrScheme chgLayout">
        <pc:chgData name="Yujan Basnet" userId="495fd8277ebfbaef" providerId="LiveId" clId="{05AA5969-2354-4B0B-A336-39411F91CC42}" dt="2025-03-09T03:08:23.979" v="1493" actId="1036"/>
        <pc:sldMkLst>
          <pc:docMk/>
          <pc:sldMk cId="2644360362" sldId="264"/>
        </pc:sldMkLst>
        <pc:spChg chg="add del mod ord">
          <ac:chgData name="Yujan Basnet" userId="495fd8277ebfbaef" providerId="LiveId" clId="{05AA5969-2354-4B0B-A336-39411F91CC42}" dt="2025-03-09T03:06:09.961" v="1442" actId="20577"/>
          <ac:spMkLst>
            <pc:docMk/>
            <pc:sldMk cId="2644360362" sldId="264"/>
            <ac:spMk id="2" creationId="{A1C14CEE-DF80-D06C-6ECC-543B950B46DE}"/>
          </ac:spMkLst>
        </pc:spChg>
        <pc:spChg chg="add del mod ord">
          <ac:chgData name="Yujan Basnet" userId="495fd8277ebfbaef" providerId="LiveId" clId="{05AA5969-2354-4B0B-A336-39411F91CC42}" dt="2025-03-09T03:06:05.692" v="1431"/>
          <ac:spMkLst>
            <pc:docMk/>
            <pc:sldMk cId="2644360362" sldId="264"/>
            <ac:spMk id="3" creationId="{7D176F29-972B-640B-B5DF-12F674BCE21F}"/>
          </ac:spMkLst>
        </pc:spChg>
        <pc:spChg chg="add del mod ord">
          <ac:chgData name="Yujan Basnet" userId="495fd8277ebfbaef" providerId="LiveId" clId="{05AA5969-2354-4B0B-A336-39411F91CC42}" dt="2025-03-09T03:06:02.631" v="1430" actId="700"/>
          <ac:spMkLst>
            <pc:docMk/>
            <pc:sldMk cId="2644360362" sldId="264"/>
            <ac:spMk id="4" creationId="{B5837043-B836-346A-0800-79E01CE3F23D}"/>
          </ac:spMkLst>
        </pc:spChg>
        <pc:spChg chg="add del mod ord">
          <ac:chgData name="Yujan Basnet" userId="495fd8277ebfbaef" providerId="LiveId" clId="{05AA5969-2354-4B0B-A336-39411F91CC42}" dt="2025-03-09T03:06:02.631" v="1430" actId="700"/>
          <ac:spMkLst>
            <pc:docMk/>
            <pc:sldMk cId="2644360362" sldId="264"/>
            <ac:spMk id="5" creationId="{7984B73A-EDF5-0901-1F05-F72BFF8FD115}"/>
          </ac:spMkLst>
        </pc:spChg>
        <pc:spChg chg="add del mod ord">
          <ac:chgData name="Yujan Basnet" userId="495fd8277ebfbaef" providerId="LiveId" clId="{05AA5969-2354-4B0B-A336-39411F91CC42}" dt="2025-03-09T03:06:02.631" v="1430" actId="700"/>
          <ac:spMkLst>
            <pc:docMk/>
            <pc:sldMk cId="2644360362" sldId="264"/>
            <ac:spMk id="6" creationId="{579F20E8-23F6-9C95-EC81-DF4D501833F9}"/>
          </ac:spMkLst>
        </pc:spChg>
        <pc:spChg chg="add del mod ord">
          <ac:chgData name="Yujan Basnet" userId="495fd8277ebfbaef" providerId="LiveId" clId="{05AA5969-2354-4B0B-A336-39411F91CC42}" dt="2025-03-09T03:06:02.631" v="1430" actId="700"/>
          <ac:spMkLst>
            <pc:docMk/>
            <pc:sldMk cId="2644360362" sldId="264"/>
            <ac:spMk id="7" creationId="{55AD9EA2-205F-50CC-098E-AE3E6BA10FF2}"/>
          </ac:spMkLst>
        </pc:spChg>
        <pc:spChg chg="add del mod ord">
          <ac:chgData name="Yujan Basnet" userId="495fd8277ebfbaef" providerId="LiveId" clId="{05AA5969-2354-4B0B-A336-39411F91CC42}" dt="2025-03-09T03:06:02.631" v="1430" actId="700"/>
          <ac:spMkLst>
            <pc:docMk/>
            <pc:sldMk cId="2644360362" sldId="264"/>
            <ac:spMk id="8" creationId="{3531CF03-FEC6-CE13-8F58-139903C0D06E}"/>
          </ac:spMkLst>
        </pc:spChg>
        <pc:spChg chg="add">
          <ac:chgData name="Yujan Basnet" userId="495fd8277ebfbaef" providerId="LiveId" clId="{05AA5969-2354-4B0B-A336-39411F91CC42}" dt="2025-03-09T03:06:05.692" v="1431"/>
          <ac:spMkLst>
            <pc:docMk/>
            <pc:sldMk cId="2644360362" sldId="264"/>
            <ac:spMk id="10" creationId="{805F5B24-C3EF-AAFC-20E1-7DB368FBE06D}"/>
          </ac:spMkLst>
        </pc:spChg>
        <pc:spChg chg="add del mod">
          <ac:chgData name="Yujan Basnet" userId="495fd8277ebfbaef" providerId="LiveId" clId="{05AA5969-2354-4B0B-A336-39411F91CC42}" dt="2025-03-09T03:08:00.413" v="1485" actId="478"/>
          <ac:spMkLst>
            <pc:docMk/>
            <pc:sldMk cId="2644360362" sldId="264"/>
            <ac:spMk id="14" creationId="{C782D189-A863-DAB9-4627-FDC8AB50A9C5}"/>
          </ac:spMkLst>
        </pc:spChg>
        <pc:graphicFrameChg chg="add del mod modGraphic">
          <ac:chgData name="Yujan Basnet" userId="495fd8277ebfbaef" providerId="LiveId" clId="{05AA5969-2354-4B0B-A336-39411F91CC42}" dt="2025-03-09T03:07:53.255" v="1483" actId="478"/>
          <ac:graphicFrameMkLst>
            <pc:docMk/>
            <pc:sldMk cId="2644360362" sldId="264"/>
            <ac:graphicFrameMk id="9" creationId="{FA2D3B5A-A12A-12C9-7F46-2DF358825DB6}"/>
          </ac:graphicFrameMkLst>
        </pc:graphicFrameChg>
        <pc:picChg chg="add mod modCrop">
          <ac:chgData name="Yujan Basnet" userId="495fd8277ebfbaef" providerId="LiveId" clId="{05AA5969-2354-4B0B-A336-39411F91CC42}" dt="2025-03-09T03:08:23.979" v="1493" actId="1036"/>
          <ac:picMkLst>
            <pc:docMk/>
            <pc:sldMk cId="2644360362" sldId="264"/>
            <ac:picMk id="12" creationId="{7D066007-3910-5F51-C4B4-96C770CC06D3}"/>
          </ac:picMkLst>
        </pc:picChg>
      </pc:sldChg>
      <pc:sldChg chg="modSp new mod">
        <pc:chgData name="Yujan Basnet" userId="495fd8277ebfbaef" providerId="LiveId" clId="{05AA5969-2354-4B0B-A336-39411F91CC42}" dt="2025-03-09T03:10:11.902" v="1517" actId="20577"/>
        <pc:sldMkLst>
          <pc:docMk/>
          <pc:sldMk cId="2235458162" sldId="265"/>
        </pc:sldMkLst>
        <pc:spChg chg="mod">
          <ac:chgData name="Yujan Basnet" userId="495fd8277ebfbaef" providerId="LiveId" clId="{05AA5969-2354-4B0B-A336-39411F91CC42}" dt="2025-03-09T03:09:05.389" v="1497"/>
          <ac:spMkLst>
            <pc:docMk/>
            <pc:sldMk cId="2235458162" sldId="265"/>
            <ac:spMk id="2" creationId="{D3D29BA7-01E2-6E6D-871C-47892E09CAB4}"/>
          </ac:spMkLst>
        </pc:spChg>
        <pc:spChg chg="mod">
          <ac:chgData name="Yujan Basnet" userId="495fd8277ebfbaef" providerId="LiveId" clId="{05AA5969-2354-4B0B-A336-39411F91CC42}" dt="2025-03-09T03:10:11.902" v="1517" actId="20577"/>
          <ac:spMkLst>
            <pc:docMk/>
            <pc:sldMk cId="2235458162" sldId="265"/>
            <ac:spMk id="3" creationId="{65188344-ABB4-DF39-699B-FCD7015ABC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13C37-89DD-4CD4-B301-B838C919A455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0E2B3-530D-4F40-9E5F-85C33108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Models Mentioned here :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waterfall, iterative, prototype model and spiral model.</a:t>
            </a:r>
          </a:p>
          <a:p>
            <a:r>
              <a:rPr lang="en-US" b="1" dirty="0"/>
              <a:t>Waterfall</a:t>
            </a:r>
            <a:r>
              <a:rPr lang="en-US" dirty="0"/>
              <a:t> – A step-by-step, linear approach. Finish one phase before moving to the next (like a waterfall flowing down). </a:t>
            </a:r>
            <a:r>
              <a:rPr lang="en-US" b="1" dirty="0"/>
              <a:t>Best for:</a:t>
            </a:r>
            <a:r>
              <a:rPr lang="en-US" dirty="0"/>
              <a:t> Simple, well-defined projects.</a:t>
            </a:r>
          </a:p>
          <a:p>
            <a:r>
              <a:rPr lang="en-US" b="1" dirty="0"/>
              <a:t>Iterative</a:t>
            </a:r>
            <a:r>
              <a:rPr lang="en-US" dirty="0"/>
              <a:t> – Build a basic version, improve it in cycles (iterations), and keep refining. </a:t>
            </a:r>
            <a:r>
              <a:rPr lang="en-US" b="1" dirty="0"/>
              <a:t>Best for:</a:t>
            </a:r>
            <a:r>
              <a:rPr lang="en-US" dirty="0"/>
              <a:t> Projects that need frequent updates.</a:t>
            </a:r>
          </a:p>
          <a:p>
            <a:r>
              <a:rPr lang="en-US" b="1" dirty="0"/>
              <a:t>Prototype</a:t>
            </a:r>
            <a:r>
              <a:rPr lang="en-US" dirty="0"/>
              <a:t> – First, create a quick </a:t>
            </a:r>
            <a:r>
              <a:rPr lang="en-US" b="1" dirty="0"/>
              <a:t>model (prototype)</a:t>
            </a:r>
            <a:r>
              <a:rPr lang="en-US" dirty="0"/>
              <a:t> to test and get feedback, then build the final product. </a:t>
            </a:r>
            <a:r>
              <a:rPr lang="en-US" b="1" dirty="0"/>
              <a:t>Best for:</a:t>
            </a:r>
            <a:r>
              <a:rPr lang="en-US" dirty="0"/>
              <a:t> Projects where requirements are unclear.</a:t>
            </a:r>
          </a:p>
          <a:p>
            <a:r>
              <a:rPr lang="en-US" b="1" dirty="0"/>
              <a:t>Spiral</a:t>
            </a:r>
            <a:r>
              <a:rPr lang="en-US" dirty="0"/>
              <a:t> – A mix of iterative and risk management. Develop in loops (spirals), refining at each stage while analyzing risks. </a:t>
            </a:r>
            <a:r>
              <a:rPr lang="en-US" b="1" dirty="0"/>
              <a:t>Best for:</a:t>
            </a:r>
            <a:r>
              <a:rPr lang="en-US" dirty="0"/>
              <a:t> Complex and high-risk projects.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0E2B3-530D-4F40-9E5F-85C331084E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5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feel of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0E2B3-530D-4F40-9E5F-85C331084E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88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8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5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2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8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9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2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37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61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1087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94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9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8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ED183-7F3F-49A0-B043-929F86A68F82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E10ACB-879D-4045-A52B-6D114E0A6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1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5BEC-80B9-1FEA-A7FF-28197ABDE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24" y="2155371"/>
            <a:ext cx="8583679" cy="1389272"/>
          </a:xfrm>
        </p:spPr>
        <p:txBody>
          <a:bodyPr/>
          <a:lstStyle/>
          <a:p>
            <a:pPr algn="l"/>
            <a:r>
              <a:rPr lang="en-US" sz="2800" dirty="0"/>
              <a:t>Comparison of Software Development Life Cycle (SDLC)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0EEF6-854F-8A56-E570-98F61E2E4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439" y="4622333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/>
              <a:t>By: Yujan Basnet</a:t>
            </a:r>
          </a:p>
          <a:p>
            <a:r>
              <a:rPr lang="en-US" sz="2400" dirty="0"/>
              <a:t>Roll No:18</a:t>
            </a:r>
          </a:p>
        </p:txBody>
      </p:sp>
    </p:spTree>
    <p:extLst>
      <p:ext uri="{BB962C8B-B14F-4D97-AF65-F5344CB8AC3E}">
        <p14:creationId xmlns:p14="http://schemas.microsoft.com/office/powerpoint/2010/main" val="24532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6523-F1FC-3047-7964-368A6B1C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DE4F-28E7-2B76-881A-BA280CFC7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80977"/>
            <a:ext cx="8596668" cy="3685037"/>
          </a:xfrm>
        </p:spPr>
        <p:txBody>
          <a:bodyPr>
            <a:normAutofit/>
          </a:bodyPr>
          <a:lstStyle/>
          <a:p>
            <a:r>
              <a:rPr lang="en-US" sz="2000" dirty="0"/>
              <a:t>SDLC stands for Software Development Life Cycle.</a:t>
            </a:r>
          </a:p>
          <a:p>
            <a:r>
              <a:rPr lang="en-US" sz="2000" dirty="0"/>
              <a:t>It is series of phases that provide a model for software development.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 Models  of SDLC are:</a:t>
            </a:r>
          </a:p>
          <a:p>
            <a:pPr lvl="1"/>
            <a:r>
              <a:rPr lang="en-US" sz="1800" dirty="0"/>
              <a:t>Waterfall</a:t>
            </a:r>
          </a:p>
          <a:p>
            <a:pPr lvl="1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Iterative</a:t>
            </a:r>
          </a:p>
          <a:p>
            <a:pPr lvl="1"/>
            <a:r>
              <a:rPr lang="en-US" sz="1800" dirty="0"/>
              <a:t>Prototype</a:t>
            </a:r>
          </a:p>
          <a:p>
            <a:pPr lvl="1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Spiral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101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74F6-8898-9CDB-A4E5-CA97E11D3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DEE37-D498-967D-6FC4-788D61B6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7543"/>
            <a:ext cx="8596668" cy="4473819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Software Engineering processes are composed of: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Requirements Analysis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Specification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Software architecture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Implementation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Testing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Documentation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Training and Support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 (Body)"/>
              </a:rPr>
              <a:t>	 Maintenance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355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A42E-72EE-4E86-C544-3504AA05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AA7BC-DBB6-354E-53AE-D1DA35A1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686852" cy="3880773"/>
          </a:xfrm>
        </p:spPr>
        <p:txBody>
          <a:bodyPr>
            <a:normAutofit/>
          </a:bodyPr>
          <a:lstStyle/>
          <a:p>
            <a:r>
              <a:rPr lang="en-US" sz="2000" dirty="0"/>
              <a:t>It is a sequential development model.</a:t>
            </a:r>
          </a:p>
          <a:p>
            <a:r>
              <a:rPr lang="en-US" sz="2000" dirty="0"/>
              <a:t>Advantages:</a:t>
            </a:r>
          </a:p>
          <a:p>
            <a:pPr lvl="1"/>
            <a:r>
              <a:rPr lang="en-US" sz="1800" dirty="0"/>
              <a:t>Simple and easy to use. </a:t>
            </a:r>
          </a:p>
          <a:p>
            <a:pPr lvl="1"/>
            <a:r>
              <a:rPr lang="en-US" sz="1800" dirty="0"/>
              <a:t>Phases are well defined.</a:t>
            </a:r>
          </a:p>
          <a:p>
            <a:pPr lvl="1"/>
            <a:r>
              <a:rPr lang="en-US" sz="1800" dirty="0"/>
              <a:t>Works well for small projects with clear requirements.</a:t>
            </a:r>
          </a:p>
          <a:p>
            <a:r>
              <a:rPr lang="en-US" sz="2000" dirty="0"/>
              <a:t>Disadvantages:</a:t>
            </a:r>
          </a:p>
          <a:p>
            <a:pPr lvl="1"/>
            <a:r>
              <a:rPr lang="en-US" sz="1800" dirty="0"/>
              <a:t>Hard to modify requirements once testing starts.</a:t>
            </a:r>
          </a:p>
          <a:p>
            <a:pPr lvl="1"/>
            <a:r>
              <a:rPr lang="en-US" sz="1800" dirty="0"/>
              <a:t>No working software until late stages.</a:t>
            </a:r>
          </a:p>
          <a:p>
            <a:pPr lvl="1"/>
            <a:r>
              <a:rPr lang="en-US" sz="1800" dirty="0"/>
              <a:t>High risk and uncertainty</a:t>
            </a:r>
          </a:p>
        </p:txBody>
      </p:sp>
      <p:pic>
        <p:nvPicPr>
          <p:cNvPr id="1026" name="Picture 2" descr="Waterfall Methodology. Waterfall Methodology | by Chathmini Jayathilaka |  Medium">
            <a:extLst>
              <a:ext uri="{FF2B5EF4-FFF2-40B4-BE49-F238E27FC236}">
                <a16:creationId xmlns:a16="http://schemas.microsoft.com/office/drawing/2014/main" id="{10283CF4-8B87-5AD9-BF9B-296798995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702" y="1005112"/>
            <a:ext cx="3241222" cy="259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97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240E-03E1-23EA-DDA7-F236C520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2BD61-AD2F-DC40-DC0B-EED67750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650237" cy="3880773"/>
          </a:xfrm>
        </p:spPr>
        <p:txBody>
          <a:bodyPr>
            <a:normAutofit/>
          </a:bodyPr>
          <a:lstStyle/>
          <a:p>
            <a:r>
              <a:rPr lang="en-US" sz="2000" dirty="0"/>
              <a:t>Development happens in iterations(cycles) improving in each iteration.</a:t>
            </a:r>
          </a:p>
          <a:p>
            <a:r>
              <a:rPr lang="en-US" sz="2000" dirty="0"/>
              <a:t>Advantages</a:t>
            </a:r>
          </a:p>
          <a:p>
            <a:pPr lvl="1"/>
            <a:r>
              <a:rPr lang="en-US" sz="1800" dirty="0"/>
              <a:t>Allows feedback at each stage.</a:t>
            </a:r>
          </a:p>
          <a:p>
            <a:pPr lvl="1"/>
            <a:r>
              <a:rPr lang="en-US" sz="1800" dirty="0"/>
              <a:t>Works well with projects with evolving requirements</a:t>
            </a:r>
          </a:p>
          <a:p>
            <a:r>
              <a:rPr lang="en-US" sz="2000" dirty="0"/>
              <a:t>Disadvantages</a:t>
            </a:r>
          </a:p>
          <a:p>
            <a:pPr lvl="1"/>
            <a:r>
              <a:rPr lang="en-US" sz="1800" dirty="0"/>
              <a:t>Costly System Architecture.</a:t>
            </a:r>
          </a:p>
          <a:p>
            <a:pPr lvl="1"/>
            <a:r>
              <a:rPr lang="en-US" sz="1800" dirty="0"/>
              <a:t>No clear milestones in development process.</a:t>
            </a:r>
          </a:p>
          <a:p>
            <a:pPr lvl="1"/>
            <a:r>
              <a:rPr lang="en-US" sz="1800" dirty="0"/>
              <a:t>Each phase of iteration is rigid with no overlaps.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834D1-79B4-B266-588E-AA0592AA5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462418"/>
            <a:ext cx="4516412" cy="169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0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4939-32E6-86CF-3710-EF3EA0BF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02CC4-0015-883C-46B8-4843583F7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Building of Prototype occurs according to the current requirements and after the user’s approval final development starts.</a:t>
            </a:r>
          </a:p>
          <a:p>
            <a:r>
              <a:rPr lang="en-US" sz="2000" dirty="0"/>
              <a:t>Advantages:</a:t>
            </a:r>
          </a:p>
          <a:p>
            <a:pPr lvl="1"/>
            <a:r>
              <a:rPr lang="en-US" sz="1800" dirty="0"/>
              <a:t>Users get an early look at the system.</a:t>
            </a:r>
          </a:p>
          <a:p>
            <a:pPr lvl="1"/>
            <a:r>
              <a:rPr lang="en-US" sz="1800" dirty="0"/>
              <a:t>Errors and misunderstandings are identified early.</a:t>
            </a:r>
          </a:p>
          <a:p>
            <a:r>
              <a:rPr lang="en-US" sz="2000" dirty="0"/>
              <a:t>Disadvantages:</a:t>
            </a:r>
          </a:p>
          <a:p>
            <a:pPr lvl="1"/>
            <a:r>
              <a:rPr lang="en-US" sz="1800" dirty="0"/>
              <a:t>May lead to unfinished or rushed systems.</a:t>
            </a:r>
          </a:p>
          <a:p>
            <a:pPr lvl="1"/>
            <a:r>
              <a:rPr lang="en-US" sz="1800" dirty="0"/>
              <a:t>High development costs.</a:t>
            </a:r>
          </a:p>
        </p:txBody>
      </p:sp>
      <p:pic>
        <p:nvPicPr>
          <p:cNvPr id="2050" name="Picture 2" descr="Software Prototyping Model and Phases - GeeksforGeeks">
            <a:extLst>
              <a:ext uri="{FF2B5EF4-FFF2-40B4-BE49-F238E27FC236}">
                <a16:creationId xmlns:a16="http://schemas.microsoft.com/office/drawing/2014/main" id="{73400906-D66C-97ED-D391-CE06603DA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766" y="230189"/>
            <a:ext cx="3819236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22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3D66-A655-D364-A569-625EF1D5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281C-2767-4426-48B5-41B6A2B2B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Combines iterative and waterfall model and is risk driven.</a:t>
            </a:r>
          </a:p>
          <a:p>
            <a:r>
              <a:rPr lang="en-US" sz="2400" dirty="0"/>
              <a:t>Advantages:</a:t>
            </a:r>
          </a:p>
          <a:p>
            <a:pPr lvl="1"/>
            <a:r>
              <a:rPr lang="en-US" sz="2000" dirty="0"/>
              <a:t>Good for large, complex projects.</a:t>
            </a:r>
          </a:p>
          <a:p>
            <a:pPr lvl="1"/>
            <a:r>
              <a:rPr lang="en-US" sz="2000" dirty="0"/>
              <a:t>Strong risk assessment and management.</a:t>
            </a:r>
          </a:p>
          <a:p>
            <a:r>
              <a:rPr lang="en-US" sz="2400" dirty="0"/>
              <a:t>Disadvantages:</a:t>
            </a:r>
          </a:p>
          <a:p>
            <a:pPr lvl="1"/>
            <a:r>
              <a:rPr lang="en-US" sz="2000" dirty="0"/>
              <a:t>Expensive to implement.</a:t>
            </a:r>
          </a:p>
          <a:p>
            <a:pPr lvl="1"/>
            <a:r>
              <a:rPr lang="en-US" sz="2000" dirty="0"/>
              <a:t>Requires expertise in risk management.</a:t>
            </a:r>
          </a:p>
        </p:txBody>
      </p:sp>
      <p:sp>
        <p:nvSpPr>
          <p:cNvPr id="4" name="AutoShape 2" descr="What is Spiral Model in Software Engineering? - GeeksforGeeks">
            <a:extLst>
              <a:ext uri="{FF2B5EF4-FFF2-40B4-BE49-F238E27FC236}">
                <a16:creationId xmlns:a16="http://schemas.microsoft.com/office/drawing/2014/main" id="{22AF0FCF-D1C6-04FD-15F0-3D03DE3FE2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What is Spiral Model in Software Engineering? - GeeksforGeeks">
            <a:extLst>
              <a:ext uri="{FF2B5EF4-FFF2-40B4-BE49-F238E27FC236}">
                <a16:creationId xmlns:a16="http://schemas.microsoft.com/office/drawing/2014/main" id="{935331DE-987D-1D3D-5F8F-293D10E315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544286"/>
            <a:ext cx="3189514" cy="318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What is Spiral Model in Software Engineering? - GeeksforGeeks">
            <a:extLst>
              <a:ext uri="{FF2B5EF4-FFF2-40B4-BE49-F238E27FC236}">
                <a16:creationId xmlns:a16="http://schemas.microsoft.com/office/drawing/2014/main" id="{FA1DA438-4749-4C69-E4F6-2747A7E8B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696686"/>
            <a:ext cx="3189514" cy="318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0" name="Picture 8" descr="undefined">
            <a:extLst>
              <a:ext uri="{FF2B5EF4-FFF2-40B4-BE49-F238E27FC236}">
                <a16:creationId xmlns:a16="http://schemas.microsoft.com/office/drawing/2014/main" id="{2AC125E5-0AEF-8D0C-5A2E-E199FE531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547257"/>
            <a:ext cx="3592286" cy="31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29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4CEE-DF80-D06C-6ECC-543B950B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Comparision</a:t>
            </a:r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05F5B24-C3EF-AAFC-20E1-7DB368FBE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066007-3910-5F51-C4B4-96C770CC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1"/>
          <a:stretch/>
        </p:blipFill>
        <p:spPr>
          <a:xfrm>
            <a:off x="618804" y="1235290"/>
            <a:ext cx="8443554" cy="568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6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29BA7-01E2-6E6D-871C-47892E09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8344-ABB4-DF39-699B-FCD7015A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There are many existing SDLC models for developing systems with different requirements.</a:t>
            </a:r>
          </a:p>
          <a:p>
            <a:r>
              <a:rPr lang="en-US" sz="2000" dirty="0"/>
              <a:t>Waterfall model is used by various big companies for their internal projects.</a:t>
            </a:r>
          </a:p>
          <a:p>
            <a:r>
              <a:rPr lang="en-US" sz="2000" dirty="0"/>
              <a:t>Most commonly used models for developing systems are waterfall model and spiral model.</a:t>
            </a:r>
          </a:p>
          <a:p>
            <a:r>
              <a:rPr lang="en-US" sz="2000" dirty="0"/>
              <a:t>Each model has advantages and disadvantages for developing the systems, so each new model tries to eliminate the disadvantages of previous model</a:t>
            </a:r>
          </a:p>
        </p:txBody>
      </p:sp>
    </p:spTree>
    <p:extLst>
      <p:ext uri="{BB962C8B-B14F-4D97-AF65-F5344CB8AC3E}">
        <p14:creationId xmlns:p14="http://schemas.microsoft.com/office/powerpoint/2010/main" val="223545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51F3-2A4F-DA10-6559-8C25A209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B888C-CFBA-EB14-2185-77BB1C1F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Gupta, Ashish Kumar.</a:t>
            </a:r>
            <a:r>
              <a:rPr lang="en-US" dirty="0"/>
              <a:t> </a:t>
            </a:r>
            <a:r>
              <a:rPr lang="en-US" i="1" dirty="0"/>
              <a:t>"A Comparison Between Different Types of Software Development Life Cycle Models in Software Engineering."</a:t>
            </a:r>
            <a:r>
              <a:rPr lang="en-US" dirty="0"/>
              <a:t> International Journal of Advanced Technology in Engineering and Science, Vol. 3, Issue 3, March 2015.</a:t>
            </a:r>
          </a:p>
        </p:txBody>
      </p:sp>
    </p:spTree>
    <p:extLst>
      <p:ext uri="{BB962C8B-B14F-4D97-AF65-F5344CB8AC3E}">
        <p14:creationId xmlns:p14="http://schemas.microsoft.com/office/powerpoint/2010/main" val="14835015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534</Words>
  <Application>Microsoft Office PowerPoint</Application>
  <PresentationFormat>Widescreen</PresentationFormat>
  <Paragraphs>74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Trebuchet MS (Body)</vt:lpstr>
      <vt:lpstr>Wingdings 3</vt:lpstr>
      <vt:lpstr>Facet</vt:lpstr>
      <vt:lpstr>Comparison of Software Development Life Cycle (SDLC) Models</vt:lpstr>
      <vt:lpstr>Introduction</vt:lpstr>
      <vt:lpstr>Software Development Process</vt:lpstr>
      <vt:lpstr>Waterfall Model</vt:lpstr>
      <vt:lpstr>Iterative Model</vt:lpstr>
      <vt:lpstr>Prototyping Model</vt:lpstr>
      <vt:lpstr>Spiral Model</vt:lpstr>
      <vt:lpstr>Comparision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Yujan Basnet</dc:creator>
  <cp:lastModifiedBy>Yujan Basnet</cp:lastModifiedBy>
  <cp:revision>1</cp:revision>
  <dcterms:created xsi:type="dcterms:W3CDTF">2025-03-09T02:12:04Z</dcterms:created>
  <dcterms:modified xsi:type="dcterms:W3CDTF">2025-03-09T03:10:15Z</dcterms:modified>
</cp:coreProperties>
</file>